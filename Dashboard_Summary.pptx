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&amp; Financial Dashboard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PPT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pic>
        <p:nvPicPr>
          <p:cNvPr id="3" name="Picture 2" descr="kp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897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Over Time</a:t>
            </a:r>
          </a:p>
        </p:txBody>
      </p:sp>
      <p:pic>
        <p:nvPicPr>
          <p:cNvPr id="3" name="Picture 2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908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 by Region</a:t>
            </a:r>
          </a:p>
        </p:txBody>
      </p:sp>
      <p:pic>
        <p:nvPicPr>
          <p:cNvPr id="3" name="Picture 2" descr="profit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062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